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9797D-2956-D19B-3FA2-7375591F3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3F98F1-949C-1AF2-CF42-08BA5E24F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B3FA4-156E-B033-02FE-4EF24F03C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2F593-5D59-1E2D-A485-CE1AAD96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CC936-CA69-429D-F0D8-54298426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50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4391F-F0F3-22BA-5435-4A9CFD4D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4037EB-8C3C-C339-2D5C-AE2AE72AB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03689B-C4A7-EDB9-08E5-B384CE91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5A3C90-7ECD-3932-D75F-B90BDCEE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2734F9-4F24-176F-F0C4-420956F4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83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D181F-51FB-F412-087C-4DC81594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193099-41D7-FF7E-6437-F77C0C1D0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646B7-545A-3049-4863-DCC728593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C4BB9-8A21-814D-3F3F-D06FF3BB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2E864-88EB-8F93-18B4-1BDAC834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91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28198-B8A3-8F3C-C947-1E176DE7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6DAA3-3EB0-264F-3CC8-FD22A2B3D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49AF8F-8543-9695-C6F3-8A50BBFCA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A0925E-4F11-F211-37E6-FF362ECB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25F39-A1CA-5642-FB90-0EE7C30C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63FDCB-6DCE-ABB1-4D58-4B7ADB4E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55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B5F97-3839-40B0-36C7-AE1DEF66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17DA1-75B6-66F2-1B17-8A45F82A4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AD313F-1633-A5F0-39C3-96F03BB68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F405D7-9C64-8073-A524-EB8BFB0C6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655624-469D-09DF-DDE0-0162E678F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F9B897-AB2B-B2AD-1B2C-0854BEF3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E2522C-A28A-12C7-82CC-51A45E04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B7C6BD-3F66-5F10-1858-615F445B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31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2130C-4A27-BBCC-A36D-21B63869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B3A058-7793-F4B2-0394-BAC04094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60E2AC-7E5F-CDAE-549E-C021E17A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462BCC-6090-ABF9-3AFA-0CED3AEE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15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02C5C6-78E0-2D42-0C3C-1AA1864E2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1E2975-1C73-235E-14C0-FC8B761F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FA8D1F-9BB0-8518-595D-0A340AC0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80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C0FF8-6EB3-D078-8B7E-853773B3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38D482-48A9-E686-9E05-A7C67EDBF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C3E6F5-D3FB-85DF-CBB3-85C73F80A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D8430C-F431-6333-DF91-B7FB0E34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3C582-5015-27AA-2AC6-9045EF69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AF7E1F-2E9D-99D9-D6C2-3D7C3AA9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69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2BEDB-21A5-2096-7985-7B4C8E1E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852FA9-157E-1F39-629C-0AC90B8D9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AC3A16-B692-ACAE-50C1-24A6ED34F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1308E-0C18-23D5-BD42-E7A4619F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B4735-96E7-F829-4892-529D9E82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4EC26C-BB1D-9383-1C27-9CF6EA67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98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3B15B-78DF-D51F-48AC-3223D220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E9E35B-8649-5DFF-72CD-2D1FD3DAF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9186B-0563-464F-CBFE-E96AF50F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F478C-8D28-B36E-1A7F-04F03D10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641AC3-9C6C-5FC3-2A1F-4D5FE88D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96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1D1B05-5478-5291-114B-1F84361A9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8E88AB-2540-5C39-D64E-0D11896D7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0902B-34CB-8942-B51E-6C32B9DD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F1053-D2D7-B446-2E33-1030E4D1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4AF88F-C837-9D86-FB18-64033707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8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681463-0878-4173-B9F9-839964BC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007CA0-ABC7-3B98-3452-E28D4620C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C9538-1CA2-BC97-8BD3-5EB6AC9CC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11E6D-435F-4E9A-8192-2FE3847E1A41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945CB0-9713-9E35-F5EB-75D3AD622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DAD562-2822-311E-EF7A-C00134BEB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2A95C-440D-4CB0-B91C-D9C083EF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00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FE8B50-5642-9934-3439-635DAA0952F4}"/>
              </a:ext>
            </a:extLst>
          </p:cNvPr>
          <p:cNvSpPr/>
          <p:nvPr/>
        </p:nvSpPr>
        <p:spPr>
          <a:xfrm>
            <a:off x="3486150" y="676275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Parking layout &amp; Parameters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C8B6E6-50AF-904B-23F3-7ED8D73E4A6E}"/>
              </a:ext>
            </a:extLst>
          </p:cNvPr>
          <p:cNvSpPr/>
          <p:nvPr/>
        </p:nvSpPr>
        <p:spPr>
          <a:xfrm>
            <a:off x="3486149" y="1647825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Modulization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33203E-9355-215F-4563-65F2FBCB6B7A}"/>
              </a:ext>
            </a:extLst>
          </p:cNvPr>
          <p:cNvSpPr/>
          <p:nvPr/>
        </p:nvSpPr>
        <p:spPr>
          <a:xfrm>
            <a:off x="3486146" y="3604122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Area Division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F85C9B-72E2-EFC6-B1C2-502E3860FD14}"/>
              </a:ext>
            </a:extLst>
          </p:cNvPr>
          <p:cNvSpPr/>
          <p:nvPr/>
        </p:nvSpPr>
        <p:spPr>
          <a:xfrm>
            <a:off x="3486146" y="4688021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Design inside Division Area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6AF506D-FE96-C6C9-90DC-47CCE4FD6D0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4329112" y="1323975"/>
            <a:ext cx="1" cy="32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D261712-788A-85F3-030F-A9BAE961594F}"/>
              </a:ext>
            </a:extLst>
          </p:cNvPr>
          <p:cNvCxnSpPr>
            <a:cxnSpLocks/>
            <a:stCxn id="5" idx="2"/>
            <a:endCxn id="33" idx="0"/>
          </p:cNvCxnSpPr>
          <p:nvPr/>
        </p:nvCxnSpPr>
        <p:spPr>
          <a:xfrm flipH="1">
            <a:off x="4329109" y="2295525"/>
            <a:ext cx="3" cy="224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2FEDB0DB-7B42-5CE3-BBD9-5E2A6E16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485774"/>
          </a:xfrm>
          <a:prstGeom prst="rect">
            <a:avLst/>
          </a:prstGeom>
        </p:spPr>
      </p:pic>
      <p:sp>
        <p:nvSpPr>
          <p:cNvPr id="31" name="标题 1">
            <a:extLst>
              <a:ext uri="{FF2B5EF4-FFF2-40B4-BE49-F238E27FC236}">
                <a16:creationId xmlns:a16="http://schemas.microsoft.com/office/drawing/2014/main" id="{0FDF3805-78DD-4EC7-7172-66C9B2B449B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Main process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324319-A094-1D1C-7EC2-F491A8E82C46}"/>
              </a:ext>
            </a:extLst>
          </p:cNvPr>
          <p:cNvSpPr/>
          <p:nvPr/>
        </p:nvSpPr>
        <p:spPr>
          <a:xfrm>
            <a:off x="3486146" y="2520223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Design on Boarder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286D13F-E8F2-7A7A-1A39-4595EFA2FCB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329109" y="4251822"/>
            <a:ext cx="0" cy="43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BB1237D-97DD-802A-5192-7FD93E9B9884}"/>
              </a:ext>
            </a:extLst>
          </p:cNvPr>
          <p:cNvSpPr txBox="1"/>
          <p:nvPr/>
        </p:nvSpPr>
        <p:spPr>
          <a:xfrm>
            <a:off x="5441274" y="265940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Stage 1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15609F7-7828-0859-E634-E369ED6D1F24}"/>
              </a:ext>
            </a:extLst>
          </p:cNvPr>
          <p:cNvSpPr txBox="1"/>
          <p:nvPr/>
        </p:nvSpPr>
        <p:spPr>
          <a:xfrm>
            <a:off x="5441274" y="3743306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Stage 2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FCB84AB-2900-A449-5BC5-00B8F7B4EF92}"/>
              </a:ext>
            </a:extLst>
          </p:cNvPr>
          <p:cNvCxnSpPr>
            <a:cxnSpLocks/>
            <a:stCxn id="33" idx="2"/>
            <a:endCxn id="8" idx="0"/>
          </p:cNvCxnSpPr>
          <p:nvPr/>
        </p:nvCxnSpPr>
        <p:spPr>
          <a:xfrm>
            <a:off x="4329109" y="3167923"/>
            <a:ext cx="0" cy="43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B300167-13CC-3F1C-E05D-16988108C35E}"/>
              </a:ext>
            </a:extLst>
          </p:cNvPr>
          <p:cNvSpPr txBox="1"/>
          <p:nvPr/>
        </p:nvSpPr>
        <p:spPr>
          <a:xfrm>
            <a:off x="5441273" y="4827205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Stage 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62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8EC5057-1CA5-1230-C33E-174AA652CED8}"/>
              </a:ext>
            </a:extLst>
          </p:cNvPr>
          <p:cNvSpPr/>
          <p:nvPr/>
        </p:nvSpPr>
        <p:spPr>
          <a:xfrm>
            <a:off x="3486150" y="676275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Initial parameters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C53B4F5F-6737-6F6D-6302-868BB4E2C23D}"/>
              </a:ext>
            </a:extLst>
          </p:cNvPr>
          <p:cNvSpPr/>
          <p:nvPr/>
        </p:nvSpPr>
        <p:spPr>
          <a:xfrm>
            <a:off x="2431255" y="1695450"/>
            <a:ext cx="3795714" cy="809625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Remaining are&gt;Threshold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8DCD999-7E2C-1846-7D9D-51B919D2E59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329112" y="1323975"/>
            <a:ext cx="1" cy="371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D1258869-8C2E-7188-0107-AE8A6B72E4A4}"/>
              </a:ext>
            </a:extLst>
          </p:cNvPr>
          <p:cNvSpPr/>
          <p:nvPr/>
        </p:nvSpPr>
        <p:spPr>
          <a:xfrm>
            <a:off x="3486149" y="2876550"/>
            <a:ext cx="1685925" cy="809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Random Point in Remaining Area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191C729-4665-2786-A1A1-4756122A5670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4329112" y="2505075"/>
            <a:ext cx="0" cy="371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31619CD-6B4C-896C-B951-01E19F01AE90}"/>
              </a:ext>
            </a:extLst>
          </p:cNvPr>
          <p:cNvSpPr/>
          <p:nvPr/>
        </p:nvSpPr>
        <p:spPr>
          <a:xfrm>
            <a:off x="3486149" y="4029073"/>
            <a:ext cx="1685925" cy="809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Vertical &amp; Horizontal Extension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E2F792-361F-4158-AF89-DDE149040F0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4329112" y="3686174"/>
            <a:ext cx="0" cy="34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FCCF8ED-308E-EFF6-9424-5D9C488D6D1E}"/>
              </a:ext>
            </a:extLst>
          </p:cNvPr>
          <p:cNvSpPr/>
          <p:nvPr/>
        </p:nvSpPr>
        <p:spPr>
          <a:xfrm>
            <a:off x="3486149" y="5129213"/>
            <a:ext cx="1685925" cy="809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Remaining Polygon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E1DC64E-6A32-2CE3-F392-7C574CFDE805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4329112" y="4838697"/>
            <a:ext cx="0" cy="29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EAF94352-980F-C02E-8412-44487834DA4B}"/>
              </a:ext>
            </a:extLst>
          </p:cNvPr>
          <p:cNvCxnSpPr>
            <a:cxnSpLocks/>
            <a:stCxn id="21" idx="1"/>
            <a:endCxn id="7" idx="1"/>
          </p:cNvCxnSpPr>
          <p:nvPr/>
        </p:nvCxnSpPr>
        <p:spPr>
          <a:xfrm rot="10800000">
            <a:off x="2431255" y="2100263"/>
            <a:ext cx="1054894" cy="3433762"/>
          </a:xfrm>
          <a:prstGeom prst="bentConnector3">
            <a:avLst>
              <a:gd name="adj1" fmla="val 12167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7BE8B4AB-FDD9-CC20-BB98-AA00EDC35EB6}"/>
              </a:ext>
            </a:extLst>
          </p:cNvPr>
          <p:cNvSpPr/>
          <p:nvPr/>
        </p:nvSpPr>
        <p:spPr>
          <a:xfrm>
            <a:off x="6896099" y="1695451"/>
            <a:ext cx="1685925" cy="809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Return all Division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230D7F4-4903-1DDF-B38F-30213C169722}"/>
              </a:ext>
            </a:extLst>
          </p:cNvPr>
          <p:cNvCxnSpPr>
            <a:cxnSpLocks/>
            <a:stCxn id="7" idx="3"/>
            <a:endCxn id="28" idx="1"/>
          </p:cNvCxnSpPr>
          <p:nvPr/>
        </p:nvCxnSpPr>
        <p:spPr>
          <a:xfrm>
            <a:off x="6226969" y="2100263"/>
            <a:ext cx="66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标题 1">
            <a:extLst>
              <a:ext uri="{FF2B5EF4-FFF2-40B4-BE49-F238E27FC236}">
                <a16:creationId xmlns:a16="http://schemas.microsoft.com/office/drawing/2014/main" id="{A7748B8E-8218-44B6-A852-8DA7EA609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64769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Area Division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CD539F9-9C4E-49B0-3177-878F183AD9F0}"/>
              </a:ext>
            </a:extLst>
          </p:cNvPr>
          <p:cNvSpPr txBox="1"/>
          <p:nvPr/>
        </p:nvSpPr>
        <p:spPr>
          <a:xfrm>
            <a:off x="5122389" y="23071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8FF929-2D0B-BA77-4DBA-EF8101F73CCE}"/>
              </a:ext>
            </a:extLst>
          </p:cNvPr>
          <p:cNvSpPr txBox="1"/>
          <p:nvPr/>
        </p:nvSpPr>
        <p:spPr>
          <a:xfrm>
            <a:off x="6385043" y="17131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156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79FA7F27-7A82-49BA-305D-B1F9BD19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64769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Layout Generation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F994FC-162B-CF05-085C-8C60840188AF}"/>
              </a:ext>
            </a:extLst>
          </p:cNvPr>
          <p:cNvSpPr/>
          <p:nvPr/>
        </p:nvSpPr>
        <p:spPr>
          <a:xfrm>
            <a:off x="1407490" y="4209096"/>
            <a:ext cx="1503945" cy="7338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Rule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B4A394-A3B5-C68F-1570-02B2DBAF6F4A}"/>
              </a:ext>
            </a:extLst>
          </p:cNvPr>
          <p:cNvSpPr/>
          <p:nvPr/>
        </p:nvSpPr>
        <p:spPr>
          <a:xfrm>
            <a:off x="1093235" y="5950944"/>
            <a:ext cx="2132452" cy="7338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Next Line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5BCF4C0-8FF6-AD22-963F-04D765F1A871}"/>
              </a:ext>
            </a:extLst>
          </p:cNvPr>
          <p:cNvCxnSpPr>
            <a:cxnSpLocks/>
            <a:stCxn id="67" idx="2"/>
            <a:endCxn id="8" idx="0"/>
          </p:cNvCxnSpPr>
          <p:nvPr/>
        </p:nvCxnSpPr>
        <p:spPr>
          <a:xfrm>
            <a:off x="2159462" y="3409431"/>
            <a:ext cx="1" cy="7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FFAF5DC-B425-C879-6E13-1CAE90E47B1E}"/>
              </a:ext>
            </a:extLst>
          </p:cNvPr>
          <p:cNvSpPr/>
          <p:nvPr/>
        </p:nvSpPr>
        <p:spPr>
          <a:xfrm>
            <a:off x="4179418" y="4219056"/>
            <a:ext cx="1503945" cy="7338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Rule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FA1E4A-3E56-AB66-8989-2FB2717136C6}"/>
              </a:ext>
            </a:extLst>
          </p:cNvPr>
          <p:cNvSpPr/>
          <p:nvPr/>
        </p:nvSpPr>
        <p:spPr>
          <a:xfrm>
            <a:off x="6944576" y="4199136"/>
            <a:ext cx="1503945" cy="7338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Rule 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976E3C-AB6A-DB0E-84D5-B856F819CEBB}"/>
              </a:ext>
            </a:extLst>
          </p:cNvPr>
          <p:cNvSpPr/>
          <p:nvPr/>
        </p:nvSpPr>
        <p:spPr>
          <a:xfrm>
            <a:off x="9625410" y="4219056"/>
            <a:ext cx="1503945" cy="7338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Rule 4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0F6A9A5-81A0-CE5A-6C4F-9022CD8E24CF}"/>
              </a:ext>
            </a:extLst>
          </p:cNvPr>
          <p:cNvCxnSpPr>
            <a:cxnSpLocks/>
            <a:stCxn id="76" idx="2"/>
            <a:endCxn id="23" idx="0"/>
          </p:cNvCxnSpPr>
          <p:nvPr/>
        </p:nvCxnSpPr>
        <p:spPr>
          <a:xfrm>
            <a:off x="4930161" y="3409431"/>
            <a:ext cx="1230" cy="80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DFADA2C-AA1A-3DCB-434F-578847D6C3EC}"/>
              </a:ext>
            </a:extLst>
          </p:cNvPr>
          <p:cNvCxnSpPr>
            <a:cxnSpLocks/>
            <a:stCxn id="86" idx="2"/>
            <a:endCxn id="24" idx="0"/>
          </p:cNvCxnSpPr>
          <p:nvPr/>
        </p:nvCxnSpPr>
        <p:spPr>
          <a:xfrm flipH="1">
            <a:off x="7696549" y="3409431"/>
            <a:ext cx="4310" cy="789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8514668-A5CC-C709-3781-EE25E65F5961}"/>
              </a:ext>
            </a:extLst>
          </p:cNvPr>
          <p:cNvCxnSpPr>
            <a:cxnSpLocks/>
            <a:stCxn id="103" idx="2"/>
            <a:endCxn id="25" idx="0"/>
          </p:cNvCxnSpPr>
          <p:nvPr/>
        </p:nvCxnSpPr>
        <p:spPr>
          <a:xfrm flipH="1">
            <a:off x="10377383" y="3409431"/>
            <a:ext cx="1" cy="80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5DA9F0B-2513-9A6D-43C0-A2B52409E64F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2159461" y="4942980"/>
            <a:ext cx="2" cy="100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流程图: 决策 47">
            <a:extLst>
              <a:ext uri="{FF2B5EF4-FFF2-40B4-BE49-F238E27FC236}">
                <a16:creationId xmlns:a16="http://schemas.microsoft.com/office/drawing/2014/main" id="{D5263197-E845-2A18-92DF-A80E6B4334B1}"/>
              </a:ext>
            </a:extLst>
          </p:cNvPr>
          <p:cNvSpPr/>
          <p:nvPr/>
        </p:nvSpPr>
        <p:spPr>
          <a:xfrm>
            <a:off x="924062" y="1723902"/>
            <a:ext cx="2470799" cy="809625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Every Line Visited?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02F72EA-B538-43A4-9535-9EBFAAE572E2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 flipH="1">
            <a:off x="2159462" y="1429649"/>
            <a:ext cx="1139" cy="294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流程图: 决策 66">
            <a:extLst>
              <a:ext uri="{FF2B5EF4-FFF2-40B4-BE49-F238E27FC236}">
                <a16:creationId xmlns:a16="http://schemas.microsoft.com/office/drawing/2014/main" id="{2D0EF213-E7CE-0C79-FED5-C01401947B0F}"/>
              </a:ext>
            </a:extLst>
          </p:cNvPr>
          <p:cNvSpPr/>
          <p:nvPr/>
        </p:nvSpPr>
        <p:spPr>
          <a:xfrm>
            <a:off x="924062" y="2761733"/>
            <a:ext cx="2470799" cy="647698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Case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E68EB33-90AC-CA5D-D06F-06F4CA703533}"/>
              </a:ext>
            </a:extLst>
          </p:cNvPr>
          <p:cNvCxnSpPr>
            <a:cxnSpLocks/>
            <a:stCxn id="48" idx="2"/>
            <a:endCxn id="67" idx="0"/>
          </p:cNvCxnSpPr>
          <p:nvPr/>
        </p:nvCxnSpPr>
        <p:spPr>
          <a:xfrm>
            <a:off x="2159462" y="2533527"/>
            <a:ext cx="0" cy="228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流程图: 决策 75">
            <a:extLst>
              <a:ext uri="{FF2B5EF4-FFF2-40B4-BE49-F238E27FC236}">
                <a16:creationId xmlns:a16="http://schemas.microsoft.com/office/drawing/2014/main" id="{96D49A16-C1D4-9E1B-1EC4-EBA3813A0A20}"/>
              </a:ext>
            </a:extLst>
          </p:cNvPr>
          <p:cNvSpPr/>
          <p:nvPr/>
        </p:nvSpPr>
        <p:spPr>
          <a:xfrm>
            <a:off x="3694761" y="2761733"/>
            <a:ext cx="2470799" cy="647698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Case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6EF2A3FE-8BE6-61A9-5F76-0C15E4106730}"/>
              </a:ext>
            </a:extLst>
          </p:cNvPr>
          <p:cNvCxnSpPr>
            <a:cxnSpLocks/>
            <a:stCxn id="67" idx="3"/>
            <a:endCxn id="76" idx="1"/>
          </p:cNvCxnSpPr>
          <p:nvPr/>
        </p:nvCxnSpPr>
        <p:spPr>
          <a:xfrm>
            <a:off x="3394861" y="3085582"/>
            <a:ext cx="299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流程图: 决策 85">
            <a:extLst>
              <a:ext uri="{FF2B5EF4-FFF2-40B4-BE49-F238E27FC236}">
                <a16:creationId xmlns:a16="http://schemas.microsoft.com/office/drawing/2014/main" id="{13C3FF69-38E7-5CCC-023B-29E2DF924446}"/>
              </a:ext>
            </a:extLst>
          </p:cNvPr>
          <p:cNvSpPr/>
          <p:nvPr/>
        </p:nvSpPr>
        <p:spPr>
          <a:xfrm>
            <a:off x="6465459" y="2761733"/>
            <a:ext cx="2470799" cy="647698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Case3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8F44F63E-4C28-6D94-23D0-59382E0F6F48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rot="5400000">
            <a:off x="3046424" y="4065977"/>
            <a:ext cx="998004" cy="27719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31BB4962-B8C3-CA54-920D-4482018F4B6B}"/>
              </a:ext>
            </a:extLst>
          </p:cNvPr>
          <p:cNvCxnSpPr>
            <a:cxnSpLocks/>
            <a:stCxn id="24" idx="2"/>
            <a:endCxn id="13" idx="0"/>
          </p:cNvCxnSpPr>
          <p:nvPr/>
        </p:nvCxnSpPr>
        <p:spPr>
          <a:xfrm rot="5400000">
            <a:off x="4419043" y="2673438"/>
            <a:ext cx="1017924" cy="5537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FAE2FE74-B6F7-26FB-CC2A-DF55A3D4BFA2}"/>
              </a:ext>
            </a:extLst>
          </p:cNvPr>
          <p:cNvCxnSpPr>
            <a:cxnSpLocks/>
            <a:stCxn id="25" idx="2"/>
            <a:endCxn id="13" idx="0"/>
          </p:cNvCxnSpPr>
          <p:nvPr/>
        </p:nvCxnSpPr>
        <p:spPr>
          <a:xfrm rot="5400000">
            <a:off x="5769420" y="1342981"/>
            <a:ext cx="998004" cy="82179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流程图: 决策 102">
            <a:extLst>
              <a:ext uri="{FF2B5EF4-FFF2-40B4-BE49-F238E27FC236}">
                <a16:creationId xmlns:a16="http://schemas.microsoft.com/office/drawing/2014/main" id="{FD1641F2-D727-CB18-86E8-176B5A07ECA7}"/>
              </a:ext>
            </a:extLst>
          </p:cNvPr>
          <p:cNvSpPr/>
          <p:nvPr/>
        </p:nvSpPr>
        <p:spPr>
          <a:xfrm>
            <a:off x="9141984" y="2761733"/>
            <a:ext cx="2470799" cy="647698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Case3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68CD66DC-19BA-6B78-5A3F-7234878B56C9}"/>
              </a:ext>
            </a:extLst>
          </p:cNvPr>
          <p:cNvCxnSpPr>
            <a:cxnSpLocks/>
            <a:stCxn id="76" idx="3"/>
            <a:endCxn id="86" idx="1"/>
          </p:cNvCxnSpPr>
          <p:nvPr/>
        </p:nvCxnSpPr>
        <p:spPr>
          <a:xfrm>
            <a:off x="6165560" y="3085582"/>
            <a:ext cx="299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0A56FF55-FC70-854E-AAD6-EA89701AE81B}"/>
              </a:ext>
            </a:extLst>
          </p:cNvPr>
          <p:cNvCxnSpPr>
            <a:cxnSpLocks/>
            <a:stCxn id="86" idx="3"/>
            <a:endCxn id="103" idx="1"/>
          </p:cNvCxnSpPr>
          <p:nvPr/>
        </p:nvCxnSpPr>
        <p:spPr>
          <a:xfrm>
            <a:off x="8936258" y="3085582"/>
            <a:ext cx="205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A280248-5F40-249E-585F-3645BE2D19F0}"/>
              </a:ext>
            </a:extLst>
          </p:cNvPr>
          <p:cNvSpPr txBox="1"/>
          <p:nvPr/>
        </p:nvSpPr>
        <p:spPr>
          <a:xfrm>
            <a:off x="2734944" y="234647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295F66D-B69E-E5CB-AAB8-D67B3D88F38F}"/>
              </a:ext>
            </a:extLst>
          </p:cNvPr>
          <p:cNvSpPr txBox="1"/>
          <p:nvPr/>
        </p:nvSpPr>
        <p:spPr>
          <a:xfrm>
            <a:off x="3087926" y="15967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FB5E1D34-BD75-96EB-C30D-F5644F579E64}"/>
              </a:ext>
            </a:extLst>
          </p:cNvPr>
          <p:cNvCxnSpPr>
            <a:cxnSpLocks/>
            <a:stCxn id="48" idx="3"/>
            <a:endCxn id="12" idx="2"/>
          </p:cNvCxnSpPr>
          <p:nvPr/>
        </p:nvCxnSpPr>
        <p:spPr>
          <a:xfrm flipV="1">
            <a:off x="3394861" y="2109175"/>
            <a:ext cx="560974" cy="19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连接符: 肘形 1">
            <a:extLst>
              <a:ext uri="{FF2B5EF4-FFF2-40B4-BE49-F238E27FC236}">
                <a16:creationId xmlns:a16="http://schemas.microsoft.com/office/drawing/2014/main" id="{A0D75CD6-6BC9-8250-F490-70F42F36DA8A}"/>
              </a:ext>
            </a:extLst>
          </p:cNvPr>
          <p:cNvCxnSpPr>
            <a:cxnSpLocks/>
            <a:stCxn id="13" idx="1"/>
            <a:endCxn id="48" idx="1"/>
          </p:cNvCxnSpPr>
          <p:nvPr/>
        </p:nvCxnSpPr>
        <p:spPr>
          <a:xfrm rot="10800000">
            <a:off x="924063" y="2128716"/>
            <a:ext cx="169173" cy="4189171"/>
          </a:xfrm>
          <a:prstGeom prst="bentConnector3">
            <a:avLst>
              <a:gd name="adj1" fmla="val 2351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流程图: 数据 3">
            <a:extLst>
              <a:ext uri="{FF2B5EF4-FFF2-40B4-BE49-F238E27FC236}">
                <a16:creationId xmlns:a16="http://schemas.microsoft.com/office/drawing/2014/main" id="{5B5EDA77-2B0C-8B8B-B600-20DDE0F35C1E}"/>
              </a:ext>
            </a:extLst>
          </p:cNvPr>
          <p:cNvSpPr/>
          <p:nvPr/>
        </p:nvSpPr>
        <p:spPr>
          <a:xfrm>
            <a:off x="1166300" y="715744"/>
            <a:ext cx="1988602" cy="713905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Outer Layout</a:t>
            </a:r>
          </a:p>
        </p:txBody>
      </p:sp>
      <p:sp>
        <p:nvSpPr>
          <p:cNvPr id="12" name="流程图: 数据 11">
            <a:extLst>
              <a:ext uri="{FF2B5EF4-FFF2-40B4-BE49-F238E27FC236}">
                <a16:creationId xmlns:a16="http://schemas.microsoft.com/office/drawing/2014/main" id="{3706222A-B912-BD9B-5F6E-049FD7287DC7}"/>
              </a:ext>
            </a:extLst>
          </p:cNvPr>
          <p:cNvSpPr/>
          <p:nvPr/>
        </p:nvSpPr>
        <p:spPr>
          <a:xfrm>
            <a:off x="3756975" y="1752222"/>
            <a:ext cx="1988602" cy="713905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Finish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45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79FA7F27-7A82-49BA-305D-B1F9BD19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64769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Inner Generation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010FAA-B107-AD04-4738-E02845737F34}"/>
              </a:ext>
            </a:extLst>
          </p:cNvPr>
          <p:cNvSpPr/>
          <p:nvPr/>
        </p:nvSpPr>
        <p:spPr>
          <a:xfrm>
            <a:off x="3486150" y="676275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Rectangle coordinates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F4AAEA5B-9577-826F-07EE-7D7E6717C4CF}"/>
              </a:ext>
            </a:extLst>
          </p:cNvPr>
          <p:cNvSpPr/>
          <p:nvPr/>
        </p:nvSpPr>
        <p:spPr>
          <a:xfrm>
            <a:off x="2431255" y="1876425"/>
            <a:ext cx="3795714" cy="809625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Iterated all Division?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9615EFB-002F-1581-D2A3-3FFA19C618B1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4329112" y="1323975"/>
            <a:ext cx="1" cy="55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12B29320-5128-0FA3-A5D2-45A028B7AE62}"/>
              </a:ext>
            </a:extLst>
          </p:cNvPr>
          <p:cNvSpPr/>
          <p:nvPr/>
        </p:nvSpPr>
        <p:spPr>
          <a:xfrm>
            <a:off x="3486149" y="3238500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Rule-based Generation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ECB1097-AEF2-42FC-C0BA-BFD56056036D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4329112" y="2686050"/>
            <a:ext cx="0" cy="55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6CFB0A0-B949-EE8C-FCB3-E6B8F6571F47}"/>
              </a:ext>
            </a:extLst>
          </p:cNvPr>
          <p:cNvCxnSpPr>
            <a:cxnSpLocks/>
            <a:stCxn id="8" idx="1"/>
            <a:endCxn id="3" idx="1"/>
          </p:cNvCxnSpPr>
          <p:nvPr/>
        </p:nvCxnSpPr>
        <p:spPr>
          <a:xfrm rot="10800000">
            <a:off x="2431255" y="2281238"/>
            <a:ext cx="1054894" cy="1281112"/>
          </a:xfrm>
          <a:prstGeom prst="bentConnector3">
            <a:avLst>
              <a:gd name="adj1" fmla="val 12167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5410591-889C-1DA3-BEDA-1929C31F9857}"/>
              </a:ext>
            </a:extLst>
          </p:cNvPr>
          <p:cNvSpPr/>
          <p:nvPr/>
        </p:nvSpPr>
        <p:spPr>
          <a:xfrm>
            <a:off x="6667499" y="1957387"/>
            <a:ext cx="1685925" cy="64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Rectangle coordinates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5BF0FBD-0236-57EC-25FF-9AFBCE7713AE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 flipV="1">
            <a:off x="6226969" y="2281237"/>
            <a:ext cx="4405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17DEB955-9694-5EC6-4BA0-1B2518CB28FD}"/>
              </a:ext>
            </a:extLst>
          </p:cNvPr>
          <p:cNvSpPr txBox="1"/>
          <p:nvPr/>
        </p:nvSpPr>
        <p:spPr>
          <a:xfrm>
            <a:off x="4574102" y="26860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E2E4CF-D734-EDDB-1EEB-85A87453DDC3}"/>
              </a:ext>
            </a:extLst>
          </p:cNvPr>
          <p:cNvSpPr txBox="1"/>
          <p:nvPr/>
        </p:nvSpPr>
        <p:spPr>
          <a:xfrm>
            <a:off x="6135930" y="1911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36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9005-0E33-9755-C44D-229A4043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7755FB9-819A-93F8-954C-974156686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0" t="9698" r="17230" b="2661"/>
          <a:stretch/>
        </p:blipFill>
        <p:spPr>
          <a:xfrm>
            <a:off x="7372350" y="1771650"/>
            <a:ext cx="3781425" cy="2609850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8048F12-B8C7-078E-8D49-7362DA6B7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563" y="1809750"/>
            <a:ext cx="3593712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045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2250</TotalTime>
  <Words>87</Words>
  <Application>Microsoft Office PowerPoint</Application>
  <PresentationFormat>宽屏</PresentationFormat>
  <Paragraphs>40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Area Division</vt:lpstr>
      <vt:lpstr>Layout Generation</vt:lpstr>
      <vt:lpstr>Inner Generation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Bao Jiali</dc:creator>
  <cp:lastModifiedBy>baojiali</cp:lastModifiedBy>
  <cp:revision>9</cp:revision>
  <dcterms:created xsi:type="dcterms:W3CDTF">2024-06-17T11:37:28Z</dcterms:created>
  <dcterms:modified xsi:type="dcterms:W3CDTF">2024-06-25T15:44:34Z</dcterms:modified>
</cp:coreProperties>
</file>